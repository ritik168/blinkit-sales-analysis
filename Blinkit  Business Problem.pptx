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89" d="100"/>
          <a:sy n="89" d="100"/>
        </p:scale>
        <p:origin x="-29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dirty="0" err="1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xmlns="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dirty="0" err="1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dirty="0" err="1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xmlns="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 smtClean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xmlns="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9835</TotalTime>
  <Words>112</Words>
  <Application>Microsoft Office PowerPoint</Application>
  <PresentationFormat>Custom</PresentationFormat>
  <Paragraphs>36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sachin sen</cp:lastModifiedBy>
  <cp:revision>16</cp:revision>
  <dcterms:created xsi:type="dcterms:W3CDTF">2024-06-24T12:27:37Z</dcterms:created>
  <dcterms:modified xsi:type="dcterms:W3CDTF">2025-11-08T18:14:13Z</dcterms:modified>
</cp:coreProperties>
</file>